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Astro + Sanity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2DC"/>
                </a:solidFill>
              </a:defRPr>
            </a:pPr>
            <a:r>
              <a:t>Kết hợp Astro và Sanity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EC8"/>
                </a:solidFill>
              </a:defRPr>
            </a:pPr>
            <a:r>
              <a:t>Modern Content-Driven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AB4"/>
                </a:solidFill>
              </a:defRPr>
            </a:pPr>
            <a:r>
              <a:t>Kiến trúc hiện đại hướng nội 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1. Problems with traditional CMS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CMS </a:t>
            </a:r>
            <a:r>
              <a:rPr dirty="0" err="1"/>
              <a:t>truyền</a:t>
            </a:r>
            <a:r>
              <a:rPr dirty="0"/>
              <a:t> </a:t>
            </a:r>
            <a:r>
              <a:rPr dirty="0" err="1"/>
              <a:t>thống</a:t>
            </a: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2. Introduction to Sanity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thiệu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Sanity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3. Introduction to Astro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thiệu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Astro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4. Why combine Sanity + Astro?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Sanity + Astro?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5. Comparisons &amp; Use cases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So </a:t>
            </a:r>
            <a:r>
              <a:rPr dirty="0" err="1"/>
              <a:t>sánh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Problems with Traditional 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Vấn đề với CMS truyền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Poor performance (WordPress, Drupal)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Hiệu suất kém (WordPress, Drupal)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Difficult to customize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Khó tùy chỉnh theo nhu cầu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Monolithic - Frontend + Backend tightly coupled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Monolithic - Frontend + Backend gắn chặt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Hard to scale when traffic increases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Khó mở rộng khi traffic tăng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Vendor lock-in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Bị ràng buộc vào một nền tảng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What is Headless CMS?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Headless CMS là gì?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Separate Backend (CMS) and Frontend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Backend (CMS) </a:t>
            </a:r>
            <a:r>
              <a:rPr dirty="0" err="1"/>
              <a:t>và</a:t>
            </a:r>
            <a:r>
              <a:rPr dirty="0"/>
              <a:t> Frontend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Content delivered via API (REST/</a:t>
            </a:r>
            <a:r>
              <a:rPr dirty="0" err="1"/>
              <a:t>GraphQL</a:t>
            </a:r>
            <a:r>
              <a:rPr dirty="0"/>
              <a:t>)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cung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 qua API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Frontend can be any framework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Frontend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bất</a:t>
            </a:r>
            <a:r>
              <a:rPr dirty="0"/>
              <a:t> </a:t>
            </a:r>
            <a:r>
              <a:rPr dirty="0" err="1"/>
              <a:t>kỳ</a:t>
            </a:r>
            <a:r>
              <a:rPr dirty="0"/>
              <a:t> framework </a:t>
            </a:r>
            <a:r>
              <a:rPr dirty="0" err="1"/>
              <a:t>nào</a:t>
            </a: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Content = Data, presentation independent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Content = Data,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Multi-platform: Web, Mobile, IoT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: Web, Mobile, IoT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What is Sanity?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Sanity là gì?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Headless CMS - Structured Content Platform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Headless CMS - Nền tảng nội dung có cấu trúc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Real-time collaboration (like Google Docs)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Cộng tác thời gian thực (như Google Docs)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GROQ - Powerful query language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GROQ - Ngôn ngữ truy vấn mạnh mẽ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Sanity Studio - Fully customizable admin UI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Sanity Studio - Giao diện admin tùy chỉnh hoàn toàn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Content Lake - Global CDN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Content Lake - CDN toàn cầu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Sanity - Strengths vs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Sanity - Điểm mạnh vs Điểm yếu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Strengths / Điểm mạnh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Generous free tier (20GB, 10K docs)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Free tier hào phóng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Real-time collaboration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Cộng tác thời gian thực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Flexible code-based schema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Schema linh hoạt (code-based)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Live preview &amp; visual editing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Xem trước trực tiếp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Global CDN - great performance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CDN toàn cầu - hiệu suất tốt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Weaknesses / Điểm yếu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Learning curve (GROQ, schema)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Cần thời gian học (GROQ, schema)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Pricing increases at scale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Giá tăng khi mở rộng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Requires developer to setup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Cần developer để cài đặt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No built-in frontend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Không có frontend sẵn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Vendor lock-in (GROQ)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Ràng buộc vendor (GROQ)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Headless CMS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So sánh các Headless CMS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Sanity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Contentful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Strapi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WP Headless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Free 20GB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Free 5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Free 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Schema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Code-based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UI-based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UI + Code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Predefined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GROQ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GraphQL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REST/GraphQL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REST/GraphQL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 (Webhook)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Customization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What is Astro?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Astro là gì?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Static Site Generator + SSR hybrid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Tạo trang tĩnh + SSR kết hợp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Island Architecture - Partial hydration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Kiến trúc Island - Hydration một phần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Zero JavaScript by default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Không JavaScript mặc định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Multi-framework (React, Vue, Svelte)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Hỗ trợ nhiều framework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Content Collections built-in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Content Collections tích hợp sẵn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Optimized for content-driven websites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Tối ưu cho website hướng nội dung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Astro - Strengths vs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Astro - Điểm mạnh vs Điểm yếu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Strengths / Điểm mạnh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Extremely fast (Zero JS)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Cực nhanh (Zero JS)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Islands - hydrate only when needed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Islands - chỉ hydrate khi cần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Multi-framework in one project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Nhiều framework trong 1 project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Easy to learn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Dễ học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Fast build speed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Tốc độ build nhanh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Weaknesses / Điểm yếu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Smaller ecosystem than Next.js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Ecosystem nhỏ hơn Next.js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Fewer tutorials/resources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Ít tài liệu hướng dẫn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SSR still maturing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SSR còn mới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Not suitable for complex apps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Không phù hợp app phức tạp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Less enterprise adoption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Ít doanh nghiệp sử dụng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Framework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So sánh các Framework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Astro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Next.js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Nuxt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Gatsby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JS 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Full 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Full 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Full bundle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Build speed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SSG + SSR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Multi-framework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React 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Vue 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React 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Learning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Content sites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Full apps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Vue apps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Data-heavy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Why Sanity + Astro?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Tại sao Sanity + Astro?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Sanity: Structured content, real-time editing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Sanity: </a:t>
            </a: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, </a:t>
            </a:r>
            <a:r>
              <a:rPr dirty="0" err="1"/>
              <a:t>chỉnh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Astro: Fast static pages, zero JS default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Astro: Trang </a:t>
            </a:r>
            <a:r>
              <a:rPr dirty="0" err="1"/>
              <a:t>tĩnh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JS </a:t>
            </a:r>
            <a:r>
              <a:rPr dirty="0" err="1"/>
              <a:t>mặc</a:t>
            </a:r>
            <a:r>
              <a:rPr dirty="0"/>
              <a:t> </a:t>
            </a:r>
            <a:r>
              <a:rPr dirty="0" err="1"/>
              <a:t>định</a:t>
            </a: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Sanity: Live preview integration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Sanity: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Astro: Island hydration for interactivity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Astro: Island hydration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tác</a:t>
            </a: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= Content-first, Performance-optimized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=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dung,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suất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75E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C1"/>
                </a:solidFill>
              </a:defRPr>
            </a:pPr>
            <a: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898541"/>
            <a:ext cx="3779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br>
              <a:rPr dirty="0"/>
            </a:br>
            <a:r>
              <a:rPr dirty="0"/>
              <a:t>Workflow:</a:t>
            </a:r>
            <a:br>
              <a:rPr dirty="0"/>
            </a:br>
            <a:r>
              <a:rPr dirty="0"/>
              <a:t>1. Content Editor --&gt; Sanity Studio</a:t>
            </a:r>
            <a:br>
              <a:rPr dirty="0"/>
            </a:br>
            <a:r>
              <a:rPr dirty="0"/>
              <a:t>2. Developer --&gt; Astro frontend</a:t>
            </a:r>
            <a:br>
              <a:rPr dirty="0"/>
            </a:br>
            <a:r>
              <a:rPr dirty="0"/>
              <a:t>3. Preview --&gt; Live preview integration</a:t>
            </a:r>
            <a:br>
              <a:rPr dirty="0"/>
            </a:br>
            <a:r>
              <a:rPr dirty="0"/>
              <a:t>4. Deploy --&gt; </a:t>
            </a:r>
            <a:r>
              <a:rPr dirty="0" err="1"/>
              <a:t>Vercel</a:t>
            </a:r>
            <a:r>
              <a:rPr dirty="0"/>
              <a:t>/Netlify auto-build</a:t>
            </a:r>
            <a:br>
              <a:rPr dirty="0"/>
            </a:br>
            <a:r>
              <a:rPr dirty="0"/>
              <a:t>5. Update --&gt; Webhook trigger rebuild</a:t>
            </a:r>
            <a:br>
              <a:rPr dirty="0"/>
            </a:b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966DB-3EFC-7750-220A-CA1727AA6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955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rPr dirty="0"/>
              <a:t>Suitable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Marketing websites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Documentation sites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Blogs &amp; magazines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Landing pages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Multi-language sites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rPr dirty="0"/>
              <a:t>E-commerce (content-heavy)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64769" y="2011680"/>
            <a:ext cx="226215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vi-VN" dirty="0"/>
              <a:t>DEMO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sanity.io</a:t>
            </a:r>
          </a:p>
          <a:p>
            <a:pPr algn="ctr">
              <a:defRPr sz="1800">
                <a:solidFill>
                  <a:srgbClr val="A0AAB4"/>
                </a:solidFill>
              </a:defRPr>
            </a:pPr>
            <a:r>
              <a:t>astro.build</a:t>
            </a:r>
          </a:p>
          <a:p>
            <a:pPr algn="ctr">
              <a:defRPr sz="1800">
                <a:solidFill>
                  <a:srgbClr val="A0AAB4"/>
                </a:solidFill>
              </a:defRPr>
            </a:pPr>
            <a:r>
              <a:t>docs.astro.build/guides/cms/sanity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913</Words>
  <Application>Microsoft Office PowerPoint</Application>
  <PresentationFormat>Widescreen</PresentationFormat>
  <Paragraphs>216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Dong Quoc Tien (Tom)</cp:lastModifiedBy>
  <cp:revision>4</cp:revision>
  <dcterms:created xsi:type="dcterms:W3CDTF">2013-01-27T09:14:16Z</dcterms:created>
  <dcterms:modified xsi:type="dcterms:W3CDTF">2026-03-27T07:30:25Z</dcterms:modified>
  <cp:category/>
</cp:coreProperties>
</file>